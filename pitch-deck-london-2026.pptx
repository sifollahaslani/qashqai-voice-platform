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269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QashqAI Voice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880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 for Endangered Language Preservation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520440"/>
            <a:ext cx="2743200" cy="27432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Siefollah Aslani  |  Founder &amp; Director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with Claude London  |  May 19,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246888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spoken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today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28016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280160"/>
            <a:ext cx="246888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08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0" y="2286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disappear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2100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280160"/>
            <a:ext cx="2468880" cy="54864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508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Darreh-Shuri Qashqai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 at 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language lost is a library burned — a unique worldview silenced forever.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QashqAI Voice  |  qashqaivoice.com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QashqAI Voice is a multilingual cultural-technology platform that uses ethical AI to digitally preserve the Darreh-Shuri Qashqai language — with community consent, cultural data sovereignty, and transparent documentation.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1A6B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Pipeline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Three-agent system for language detection, cultural validation, and reasoning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19456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468880"/>
            <a:ext cx="502920" cy="502920"/>
          </a:xfrm>
          <a:prstGeom prst="ellipse">
            <a:avLst/>
          </a:prstGeom>
          <a:solidFill>
            <a:srgbClr val="1A6B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603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Classroom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77840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4-language learning with Web Speech API pronunciation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47472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1A6B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by Design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6304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Consent Framework, non-extractive data policy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47472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37760" y="3749040"/>
            <a:ext cx="502920" cy="502920"/>
          </a:xfrm>
          <a:prstGeom prst="ellipse">
            <a:avLst/>
          </a:prstGeom>
          <a:solidFill>
            <a:srgbClr val="1A6B5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404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&amp; Replicable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57784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model for any endangered language community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26" name="Text 2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QashqAI Voice  |  qashqaivoice.com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Three-Agent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FastAPI + Next.js  |  Powered by Claude API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256032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1691640"/>
            <a:ext cx="640080" cy="64008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Qashqai 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distinguishes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Turkish, Azerbaijani,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Persian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2691E"/>
                </a:solidFill>
              </a:rPr>
              <a:t>▶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520440" y="146304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463040"/>
            <a:ext cx="2560320" cy="54864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1691640"/>
            <a:ext cx="640080" cy="64008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0332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Guardian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03320" y="31546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cultural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ensures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respectful representation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Qashqai heritage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246888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2691E"/>
                </a:solidFill>
              </a:rPr>
              <a:t>▶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463040"/>
            <a:ext cx="256032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21" name="Shape 19"/>
          <p:cNvSpPr/>
          <p:nvPr/>
        </p:nvSpPr>
        <p:spPr>
          <a:xfrm>
            <a:off x="7360920" y="1691640"/>
            <a:ext cx="640080" cy="64008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58368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31546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queries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context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linguistically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responses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QashqAI Voice  |  qashqaivoice.com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Classroom v0.4.0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6858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4-Language Support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36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Persian, Qashqai/Turkish, German, English — seamless switching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057400"/>
            <a:ext cx="54864" cy="6858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Speech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404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pronunciation with tr-TR voice engine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926080"/>
            <a:ext cx="54864" cy="6858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 Vocabulary Items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273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Qashqai words with cultural context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794760"/>
            <a:ext cx="54864" cy="6858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Learning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142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playback, visual cards, category browsing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QashqAI Voice  |  qashqaivoice.com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QashqAI Voice apart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11887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A6B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Consent Framework v1.0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collection without explicit, informed community approval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749040" cy="11887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0" name="Shape 7"/>
          <p:cNvSpPr/>
          <p:nvPr/>
        </p:nvSpPr>
        <p:spPr>
          <a:xfrm>
            <a:off x="4937760" y="1783080"/>
            <a:ext cx="502920" cy="502920"/>
          </a:xfrm>
          <a:prstGeom prst="ellipse">
            <a:avLst/>
          </a:prstGeom>
          <a:solidFill>
            <a:srgbClr val="1A6B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745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Data Sovereignty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77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Qashqai community owns their linguistic and cultural data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926080"/>
            <a:ext cx="3749040" cy="11887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rgbClr val="1A6B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375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Non-Extractive Policy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6304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serves the community — never the other way around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3749040" cy="11887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0" name="Shape 15"/>
          <p:cNvSpPr/>
          <p:nvPr/>
        </p:nvSpPr>
        <p:spPr>
          <a:xfrm>
            <a:off x="4937760" y="3246120"/>
            <a:ext cx="502920" cy="502920"/>
          </a:xfrm>
          <a:prstGeom prst="ellipse">
            <a:avLst/>
          </a:prstGeom>
          <a:solidFill>
            <a:srgbClr val="1A6B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375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Documentation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7784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auditable processes via GitHub and CLAUDE.md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25" name="Text 1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QashqAI Voice  |  qashqaivoice.com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Recognition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2560320" cy="54864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LDA 2026 Berlin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accepted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sciencesconf.org:lda2026:713903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28016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280160"/>
            <a:ext cx="256032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UNESCO-Level Article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21031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article in Persian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ethical AI for language preservation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28016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280160"/>
            <a:ext cx="256032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&amp; Substack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publications 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AI and language rights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QashqAI Voice  |  qashqaivoice.com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Strategy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703320" y="2240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Persian, Qashqai,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German, English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371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Instagram,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cultural, educational, and constructive — never political or inflammatory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QashqAI Voice  |  qashqaivoice.com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Claude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AI powers every layer of QashqAI Voice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54864" cy="822960"/>
          </a:xfrm>
          <a:prstGeom prst="rect">
            <a:avLst/>
          </a:prstGeom>
          <a:solidFill>
            <a:srgbClr val="CD853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API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847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three-agent pipeline — language detection, cultural validation, and reasoning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7863840" cy="82296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514600"/>
            <a:ext cx="54864" cy="822960"/>
          </a:xfrm>
          <a:prstGeom prst="rect">
            <a:avLst/>
          </a:prstGeom>
          <a:solidFill>
            <a:srgbClr val="CD853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898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 — FastAPI backend, Next.js frontend, Vercel deployment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566160"/>
            <a:ext cx="54864" cy="822960"/>
          </a:xfrm>
          <a:prstGeom prst="rect">
            <a:avLst/>
          </a:prstGeom>
          <a:solidFill>
            <a:srgbClr val="CD853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950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creation, strategic planning, multilingual communication, and academic writing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QashqAI Voice  |  qashqaivoice.com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&amp; Milestones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74320" cy="27432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 v0.4.0 — Classroom &amp; Three-Agent Pipeline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274320" cy="27432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qashqaivoice.com live — custom domain via Webador Lite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274320" cy="27432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via Vercel from GitHub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274320" cy="27432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2026 Berlin abstract accepted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274320" cy="27432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Consent Framework v1.0 published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274320" cy="27432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Children’s vocabulary app (100 words) on GitHub Pages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274320" cy="27432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&amp; Deutsche UNESCO-Kommission outreach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274320" cy="27432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Strategic Operating System document finalized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QashqAI Voice  |  qashqaivoice.com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86868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35608"/>
            <a:ext cx="502920" cy="502920"/>
          </a:xfrm>
          <a:prstGeom prst="ellipse">
            <a:avLst/>
          </a:prstGeom>
          <a:solidFill>
            <a:srgbClr val="CD853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35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3533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 Humanitarian API Access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7190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API credits for endangered language preservation research and development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863840" cy="86868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532888"/>
            <a:ext cx="502920" cy="502920"/>
          </a:xfrm>
          <a:prstGeom prst="ellipse">
            <a:avLst/>
          </a:prstGeom>
          <a:solidFill>
            <a:srgbClr val="CD85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4505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&amp; Mentorship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81635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with Anthropic’s team to refine the pipeline and scale the model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7863840" cy="86868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630168"/>
            <a:ext cx="502920" cy="502920"/>
          </a:xfrm>
          <a:prstGeom prst="ellipse">
            <a:avLst/>
          </a:prstGeom>
          <a:solidFill>
            <a:srgbClr val="CD853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30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5478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Replication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91363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QashqAI Voice as a replicable template for endangered language communities worldwide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QashqAI Voice  |  qashqaivoice.com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269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Preserve Together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200400" y="2788920"/>
            <a:ext cx="2743200" cy="27432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30175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Siefollah Aslani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Director, QashqAI Voice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qashqaivoice.com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github.com/QashqAI-Voice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Bremen, Germany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QashqAI Voice - Code with Claude London 2026</dc:title>
  <dc:subject>PptxGenJS Presentation</dc:subject>
  <dc:creator>Siefollah Aslani</dc:creator>
  <cp:lastModifiedBy>Siefollah Aslani</cp:lastModifiedBy>
  <cp:revision>1</cp:revision>
  <dcterms:created xsi:type="dcterms:W3CDTF">2026-04-06T16:40:21Z</dcterms:created>
  <dcterms:modified xsi:type="dcterms:W3CDTF">2026-04-06T16:40:21Z</dcterms:modified>
</cp:coreProperties>
</file>